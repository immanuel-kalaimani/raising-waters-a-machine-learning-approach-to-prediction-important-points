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https://hess.copernicus.org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Raising Waters A Machine Learning Approach To Flood Prediction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Flood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Flooding poses significant threats to communities, infrastructure, and ecosystems worldwide.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flood prediction is essential for effective disaster management and mitigation.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offers innovative solutions to improve the timeliness and accuracy of flood forecasts.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Flood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Early warning systems can save lives and reduce economic losses during flood events.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methods rely on hydrological models that require extensive data and are time-consuming.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models can process large datasets quickly to generate real-time flood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hess.copernicus.org/articles/26/4013/2022/hess-26-4013-2022-f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Sources for Flood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Satellite imagery, weather data, and river gauge measurements are primary data sources.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Remote sensing provides spatial and temporal information critical for understanding flood dynamics.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diverse datasets enhances the robustness and reliability of machine learning models.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Techniques Used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Supervised learning algorithms like Random Forests and Support Vector Machines are commonly applied.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Deep learning models such as Convolutional Neural Networks (CNNs) can analyze satellite images effectively.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Ensemble methods combine multiple models to improve prediction accuracy and reduce uncertainty.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Development Process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preprocessing involves cleaning, normalization, and feature selection to prepare datasets.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Training involves feeding historical data into algorithms to learn flood patterns.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Validation and testing assess the model’s performance and generalizability to new data.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mdpi.com/water/water-15-01760/article_deploy/html/images/water-15-01760-g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and Applications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Several regions worldwide have successfully implemented ML-based flood prediction systems.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example, in Bangladesh, machine learning models have improved early warning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applications demonstrate the potential for scalable and adaptable flood forecasting solutions.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and Limitations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quality and availability remain significant hurdles for developing reliable models.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models can be sensitive to biases present in training datasets.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models into existing infrastructure requires careful planning and stakeholder engagement.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in Flood Prediction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real-time sensor data and IoT devices can enhance prediction capabilities.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Combining machine learning with hydrological models offers a hybrid approach for better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research aims to develop more interpretable models and user-friendly interfaces.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researchgate.net/publication/365130223/figure/fig2/AS:11431281094884975@1667621636369/Flood-Prediction-workflow-using-machine-learning-classifiers-and-neura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has the potential to revolutionize flood prediction and disaster preparedness.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Successful implementation depends on quality data, model validation, and stakeholder cooperation.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Advancements in technology will continue to improve the timeliness and precision of flood forecasts.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 &amp; Acknowledgments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studies and sources related to machine learning and flood prediction are listed here.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Gratitude is extended to researchers, organizations, and communities contributing to this field.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further information, contact details and additional resources are provided.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Raising Waters A Machine Learning Approach To Flood Prediction</dc:title>
  <dc:subject>Raising Waters A Machine Learning Approach To Flood Prediction</dc:subject>
  <dc:creator>SlideMake.com</dc:creator>
  <cp:lastModifiedBy>SlideMake.com</cp:lastModifiedBy>
  <cp:revision>1</cp:revision>
  <dcterms:created xsi:type="dcterms:W3CDTF">2026-02-18T07:31:43Z</dcterms:created>
  <dcterms:modified xsi:type="dcterms:W3CDTF">2026-02-18T07:31:43Z</dcterms:modified>
</cp:coreProperties>
</file>